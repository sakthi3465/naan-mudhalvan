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CE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PORTFOLIO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STUDENT NAME: </a:t>
            </a:r>
            <a:r>
              <a:rPr dirty="0" err="1"/>
              <a:t>Sakthi</a:t>
            </a:r>
            <a:endParaRPr dirty="0"/>
          </a:p>
          <a:p>
            <a:r>
              <a:rPr dirty="0"/>
              <a:t>REGISTER NO AND NMID:</a:t>
            </a:r>
            <a:r>
              <a:rPr lang="en-IN" dirty="0"/>
              <a:t>222409699&amp;92D9C8A5902C92EB96A4B77BF86B3933</a:t>
            </a:r>
          </a:p>
          <a:p>
            <a:r>
              <a:rPr dirty="0"/>
              <a:t>COURSE: BSc Computer Science</a:t>
            </a:r>
          </a:p>
          <a:p>
            <a:r>
              <a:rPr dirty="0"/>
              <a:t>COLLEGE: Government Arts and Science College </a:t>
            </a:r>
            <a:r>
              <a:rPr dirty="0" err="1"/>
              <a:t>Perumbakkam</a:t>
            </a:r>
            <a:r>
              <a:rPr dirty="0"/>
              <a:t>, Chennai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CE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 DIGITAL PORTFOLIO USING FRONT-END DEVELOPMENT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CE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Problem Statement</a:t>
            </a:r>
          </a:p>
          <a:p>
            <a:r>
              <a:t>2. Project Overview</a:t>
            </a:r>
          </a:p>
          <a:p>
            <a:r>
              <a:t>3. End Users</a:t>
            </a:r>
          </a:p>
          <a:p>
            <a:r>
              <a:t>4. Tools and Technologies</a:t>
            </a:r>
          </a:p>
          <a:p>
            <a:r>
              <a:t>5. Portfolio design and Layout</a:t>
            </a:r>
          </a:p>
          <a:p>
            <a:r>
              <a:t>6. Features and Functionality</a:t>
            </a:r>
          </a:p>
          <a:p>
            <a:r>
              <a:t>7. Results and Screenshots</a:t>
            </a:r>
          </a:p>
          <a:p>
            <a:r>
              <a:t>8. Conclusion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CE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good portfolio project problem statement identifies a specific user, their unmet need, and the desired outcome, often framing it as a gap between the current and ideal state.</a:t>
            </a:r>
          </a:p>
          <a:p>
            <a:r>
              <a:t>For a UX portfolio, it should include user insights, business metrics, and a specific product flow.</a:t>
            </a:r>
          </a:p>
          <a:p>
            <a:r>
              <a:t>Urban Company users who book custom haircuts need to avoid confusion about stylist skill levels so that they can trust the service and feel confident in their choice.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CE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designed to demonstrate the use of HTML, CSS, and JavaScript in building visually appealing digital landscapes.</a:t>
            </a:r>
          </a:p>
          <a:p>
            <a:r>
              <a:t>The Portfolio Overview allows you to quickly analyze and compare the key metrics of all the projects in the same workspace.</a:t>
            </a:r>
          </a:p>
          <a:p>
            <a:r>
              <a:t>The metrics are calculated automatically from your project data and you can assign a corresponding color to each project, thus marking its overall status.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CE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ARE THE END USERS?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UX designer’s portfolio showcasing a new app for iPhone users, or a writer’s portfolio demonstrating content for busy professionals.</a:t>
            </a:r>
          </a:p>
          <a:p>
            <a:r>
              <a:t>A graphic designer’s portfolio showing designs for a grocery shopper’s loyalty card, or a software developer’s portfolio featuring a web application used by millions of people.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CE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AND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PPM software (e.g., Oracle Primavera), financial calculators (e.g., for the Sharpe Ratio), and visual tools (e.g., BCG Matrix).</a:t>
            </a:r>
          </a:p>
          <a:p>
            <a:r>
              <a:t>These are the software, frameworks, and other resources that support the techniques.</a:t>
            </a:r>
          </a:p>
          <a:p>
            <a:r>
              <a:t>Portfolio management involves using techniques like portfolio scoring, scenario analysis, and resource optimization.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CE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AND 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Portfolio presentations showcase work through features like project descriptions, visual elements, skill highlights, and testimonials.</a:t>
            </a:r>
          </a:p>
          <a:p>
            <a:r>
              <a:t>Personal branding, attracting clients, and demonstrating expertise.</a:t>
            </a:r>
          </a:p>
          <a:p>
            <a:r>
              <a:t>Many templates exist, such as formal, minimalist, or theme-specific designs found on platforms like Design Shack and SlideBazaar, to help create these portfolios.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CE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 &amp; SCREENSHOT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Result &amp; Screenshot placeholder.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296E93-11FA-4582-AB09-D116BD580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026" y="2352874"/>
            <a:ext cx="7201308" cy="38866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CE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Scenery Project successfully demonstrates how HTML, CSS, and JavaScript can be combined to create an interactive and visually appealing web page.</a:t>
            </a:r>
          </a:p>
          <a:p>
            <a:r>
              <a:t>By designing natural elements like the sun, mountains, clouds, trees, and rivers, the project highlights both technical skills and creativity.</a:t>
            </a:r>
          </a:p>
          <a:p>
            <a:r>
              <a:t>CSS animations and JavaScript functionalities bring life to the scenery, making it engaging for users.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DIGITAL PORTFOLIO</vt:lpstr>
      <vt:lpstr>PROJECT TITLE</vt:lpstr>
      <vt:lpstr>AGENDA</vt:lpstr>
      <vt:lpstr>PROBLEM STATEMENT</vt:lpstr>
      <vt:lpstr>PROJECT OVERVIEW</vt:lpstr>
      <vt:lpstr>WHO ARE THE END USERS?</vt:lpstr>
      <vt:lpstr>TOOLS AND TECHNIQUES</vt:lpstr>
      <vt:lpstr>FEATURES AND FUNCTIONALITY</vt:lpstr>
      <vt:lpstr>RESULT &amp; SCREENSHOT</vt:lpstr>
      <vt:lpstr>THE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PORTFOLIO</dc:title>
  <dc:subject/>
  <dc:creator/>
  <cp:keywords/>
  <dc:description>generated using python-pptx</dc:description>
  <cp:lastModifiedBy>Sakthi Ragusakthi</cp:lastModifiedBy>
  <cp:revision>3</cp:revision>
  <dcterms:created xsi:type="dcterms:W3CDTF">2013-01-27T09:14:16Z</dcterms:created>
  <dcterms:modified xsi:type="dcterms:W3CDTF">2025-09-09T07:29:26Z</dcterms:modified>
  <cp:category/>
</cp:coreProperties>
</file>